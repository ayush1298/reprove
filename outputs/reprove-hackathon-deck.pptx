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935d86dc247cb" /><Relationship Type="http://schemas.openxmlformats.org/officeDocument/2006/relationships/extended-properties" Target="/docProps/app.xml" Id="R96391d548ab84c00" /><Relationship Type="http://schemas.openxmlformats.org/officeDocument/2006/relationships/officeDocument" Target="/ppt/presentation.xml" Id="Ra3b23341af4b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1a60ae5254cf0"/>
  </p:sldMasterIdLst>
  <p:notesMasterIdLst>
    <p:notesMasterId xmlns:r="http://schemas.openxmlformats.org/officeDocument/2006/relationships" r:id="R9f0e3b71f54f4b9f"/>
  </p:notesMasterIdLst>
  <p:sldIdLst>
    <p:sldId xmlns:r="http://schemas.openxmlformats.org/officeDocument/2006/relationships" id="256" r:id="Rf845636f536f44b7"/>
    <p:sldId xmlns:r="http://schemas.openxmlformats.org/officeDocument/2006/relationships" id="257" r:id="Re1d593459ca64391"/>
    <p:sldId xmlns:r="http://schemas.openxmlformats.org/officeDocument/2006/relationships" id="258" r:id="Rf8bf2654b47d4ba8"/>
    <p:sldId xmlns:r="http://schemas.openxmlformats.org/officeDocument/2006/relationships" id="259" r:id="Rfb0414457a224980"/>
    <p:sldId xmlns:r="http://schemas.openxmlformats.org/officeDocument/2006/relationships" id="260" r:id="R4484a3b77a9142e9"/>
    <p:sldId xmlns:r="http://schemas.openxmlformats.org/officeDocument/2006/relationships" id="261" r:id="Rf4c3f888776b4c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d52caae694807" /><Relationship Type="http://schemas.openxmlformats.org/officeDocument/2006/relationships/slideMaster" Target="/ppt/slideMasters/slideMaster1.xml" Id="Rf531a60ae5254cf0" /><Relationship Type="http://schemas.openxmlformats.org/officeDocument/2006/relationships/notesMaster" Target="/ppt/notesMasters/notesMaster1.xml" Id="R9f0e3b71f54f4b9f" /><Relationship Type="http://schemas.openxmlformats.org/officeDocument/2006/relationships/presProps" Target="/ppt/presProps.xml" Id="R4216ed0b17d94ac6" /><Relationship Type="http://schemas.openxmlformats.org/officeDocument/2006/relationships/tableStyles" Target="/ppt/tableStyles.xml" Id="R04c0a32ff4e94e81" /><Relationship Type="http://schemas.openxmlformats.org/officeDocument/2006/relationships/slide" Target="/ppt/slides/slide1.xml" Id="Rf845636f536f44b7" /><Relationship Type="http://schemas.openxmlformats.org/officeDocument/2006/relationships/slide" Target="/ppt/slides/slide2.xml" Id="Re1d593459ca64391" /><Relationship Type="http://schemas.openxmlformats.org/officeDocument/2006/relationships/slide" Target="/ppt/slides/slide3.xml" Id="Rf8bf2654b47d4ba8" /><Relationship Type="http://schemas.openxmlformats.org/officeDocument/2006/relationships/slide" Target="/ppt/slides/slide4.xml" Id="Rfb0414457a224980" /><Relationship Type="http://schemas.openxmlformats.org/officeDocument/2006/relationships/slide" Target="/ppt/slides/slide5.xml" Id="R4484a3b77a9142e9" /><Relationship Type="http://schemas.openxmlformats.org/officeDocument/2006/relationships/slide" Target="/ppt/slides/slide6.xml" Id="Rf4c3f888776b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7d9db17da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f7a7c75254866" /><Relationship Type="http://schemas.openxmlformats.org/officeDocument/2006/relationships/notesMaster" Target="/ppt/notesMasters/notesMaster1.xml" Id="R1449469de2d944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5b9d4a59343ff" /><Relationship Type="http://schemas.openxmlformats.org/officeDocument/2006/relationships/notesMaster" Target="/ppt/notesMasters/notesMaster1.xml" Id="Rbda12f38bb1b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0abaed27f4b58" /><Relationship Type="http://schemas.openxmlformats.org/officeDocument/2006/relationships/notesMaster" Target="/ppt/notesMasters/notesMaster1.xml" Id="Ra5e528697067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e2e4105c34a4f" /><Relationship Type="http://schemas.openxmlformats.org/officeDocument/2006/relationships/notesMaster" Target="/ppt/notesMasters/notesMaster1.xml" Id="R263009df443a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8338e313840ee" /><Relationship Type="http://schemas.openxmlformats.org/officeDocument/2006/relationships/notesMaster" Target="/ppt/notesMasters/notesMaster1.xml" Id="Rd0f119d01d2c44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16aa5427a44aa" /><Relationship Type="http://schemas.openxmlformats.org/officeDocument/2006/relationships/notesMaster" Target="/ppt/notesMasters/notesMaster1.xml" Id="R44e52fc39a58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d931e7fd7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d2856155ae4c21" /><Relationship Type="http://schemas.openxmlformats.org/officeDocument/2006/relationships/slideLayout" Target="/ppt/slideLayouts/slideLayout1.xml" Id="Rdcd2cc4cfb45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2cc4cfb45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363b4be5640f1" /><Relationship Type="http://schemas.openxmlformats.org/officeDocument/2006/relationships/notesSlide" Target="/ppt/notesSlides/notesSlide1.xml" Id="R21fc4fb0076041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aa411bd274d47" /><Relationship Type="http://schemas.openxmlformats.org/officeDocument/2006/relationships/notesSlide" Target="/ppt/notesSlides/notesSlide2.xml" Id="R8ccb0bbd0d4d4c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5fe5547544aff" /><Relationship Type="http://schemas.openxmlformats.org/officeDocument/2006/relationships/notesSlide" Target="/ppt/notesSlides/notesSlide3.xml" Id="R04a1e32fecac46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158be3a90450c" /><Relationship Type="http://schemas.openxmlformats.org/officeDocument/2006/relationships/notesSlide" Target="/ppt/notesSlides/notesSlide4.xml" Id="R09f07c870b6944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9568c5c14b51" /><Relationship Type="http://schemas.openxmlformats.org/officeDocument/2006/relationships/notesSlide" Target="/ppt/notesSlides/notesSlide5.xml" Id="Rbd95c9b1b3154e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889ca8d9841a6" /><Relationship Type="http://schemas.openxmlformats.org/officeDocument/2006/relationships/notesSlide" Target="/ppt/notesSlides/notesSlide6.xml" Id="R4912a8f101d247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5350F-82D3-4A04-A401-1E26847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E4126-6FFB-4421-9825-14A28FA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98EFE-76CF-4C7A-BFC4-FF719DBB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No fix without</a:t>
            </a:r>
          </a:p>
          <a:p xmlns:a="http://schemas.openxmlformats.org/drawingml/2006/main">
            <a:pPr algn="l">
              <a:defRPr sz="54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a failing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FB3B-052C-4B0F-A356-D2C9841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The evidence layer for AI-written maintenance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5B86F-BA38-47FE-8D40-3CBA7003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3649B-D269-4748-A680-F1A674F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2724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OPENAI BUILD WEEK · DEVELOPER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EFF76-50E2-4243-8AA2-C5B4064D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Proof before patch. Refusal is a valid outcome.</a:t>
            </a:r>
          </a:p>
        </p:txBody>
      </p:sp>
    </p:spTree>
    <p:extLst>
      <p:ext uri="{BB962C8B-B14F-4D97-AF65-F5344CB8AC3E}">
        <p14:creationId xmlns:p14="http://schemas.microsoft.com/office/powerpoint/2010/main" val="1045750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C3AD8-E279-442F-85E7-9C56D34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REPROVE · VERIFICATION-FIRST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6215C-5218-44E5-B81A-51AEC3F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4DBB1-DACE-4B56-A18A-28352C0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947C1-3617-4606-BE69-E6E0F25E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Plausible fixes are not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457A0-7320-4DB1-844A-C815782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Coding agents can jump from a vague claim straight to a green PR. That leaves maintainers to infer whether the bug was real—or whether the test was quietly weakened.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FFF18-B2D1-4EB0-BCE6-7101A8D0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24FF1-F3B7-4354-AAA8-8170440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9525">
            <a:solidFill>
              <a:srgbClr val="8CB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A4612-EBCE-4908-97A9-F555FDB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89B5-FFFF-45B1-98CB-8F532FB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8384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“Exports at exactly 100 records are rejected.”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AB83E-3261-47B1-9594-A1AAAA76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3509B-DA65-4486-9031-3E4B70D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65D"/>
          </a:solidFill>
          <a:ln xmlns:a="http://schemas.openxmlformats.org/drawingml/2006/main" w="9525">
            <a:solidFill>
              <a:srgbClr val="F0A6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4C033-8E6B-4A6A-ADF9-271DB0B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Typical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B47CD-160E-4444-9D75-6FBC969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00475"/>
            <a:ext cx="28384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Writes a patch, changes a test if needed, and reports green.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FB99C-E42F-4557-AEC1-AA14630A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8B25C-D5DD-4A16-A227-25008CE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24795-EF3B-4900-BBEE-136C34C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Reprove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2AE15-DBAD-4C33-930B-A7D16A2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00475"/>
            <a:ext cx="28384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Pins the claim as executable evidence before any patch exists.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921BD-8CB9-45B7-A320-1159525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Trust should come from a repeatable run—not a confident summary.</a:t>
            </a:r>
          </a:p>
        </p:txBody>
      </p:sp>
    </p:spTree>
    <p:extLst>
      <p:ext uri="{BB962C8B-B14F-4D97-AF65-F5344CB8AC3E}">
        <p14:creationId xmlns:p14="http://schemas.microsoft.com/office/powerpoint/2010/main" val="1573082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4A3B3-10F5-4C3C-82FF-98F3B46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REPROVE · VERIFICATION-FIRST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4723A-9416-4A00-95F8-151E580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AC908-8AA9-49F5-89B2-C3F7739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6BA48-6914-4CA6-B095-E5688BD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A hard-gated path from claim 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E17D2-0144-487A-A656-9F70D17A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695F1-436F-4E20-8970-8EBB2A4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E82F9-3DAF-42C6-B098-8B64949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Bootstrap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55031-E9B0-43E9-B4AD-AB42B207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Replay CI, devcontainer, then conventions. Unsupported is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BE87F-0E30-41FD-A5AC-1414FA2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718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19F3-2155-47F6-A1B9-709FBE26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7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A6BBF-82EB-4FF5-A29B-32CC63A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58428-9FED-477E-A098-9348BC3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46E12-16CA-488E-A8CC-C077A0C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Native tests must fail 5/5 on current 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2ABC7-EAE5-4451-8F75-EA31F51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718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C30A1-5F81-4C2B-8263-6526875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3268C-96DF-46E2-A3BE-F249311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956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E7227-3C67-4A90-9EDE-366CC081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Fix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35408-4FA6-412C-B021-9511C41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Source-only proposal. Test edits and weakening are rejected.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D539B-87CF-4F70-AE95-4F0AF63F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718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3C677-8914-416B-BBAF-43D6871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05125"/>
            <a:ext cx="2247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6619E-D32C-487A-8ADB-5DA254DE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956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606AF-3CED-4B22-BCE7-1508A99F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95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Evidence bundle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54D2C-1726-4686-BE85-3D91B7C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Logs, mutation checks, regressions, confidence, and a draft PR.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A5CDD-13E9-40D0-B550-0F7719F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The model may propose; only execution may promote a claim to evidence.</a:t>
            </a:r>
          </a:p>
        </p:txBody>
      </p:sp>
    </p:spTree>
    <p:extLst>
      <p:ext uri="{BB962C8B-B14F-4D97-AF65-F5344CB8AC3E}">
        <p14:creationId xmlns:p14="http://schemas.microsoft.com/office/powerpoint/2010/main" val="282202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4CD49-31B2-4C28-A16B-861B7C8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ISSUE PROVER · SEEDED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C987C-E2FB-41AF-A070-23669CC3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B494-714B-4D73-BCAD-B374719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00C4D-17B5-4A7F-BEF3-0A6C9893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One native test closes the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0FD87-8572-44A6-9B37-FFD15FF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Issue #42: exports at the inclusive documented limit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5BFC6-2870-4625-A71D-E8A7BF3F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9CF1F-4BC6-4112-B234-F6A44644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7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5096B-1108-4CF4-980E-2745C97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Fail on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34D3-0B2C-4DE6-B4DB-135EFF7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5 / 5 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A819D-4333-442C-93CB-F9618679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A62ED-F217-4BC9-99E6-BE49A07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7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87953-3FFD-48E2-A6F3-D005BC4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Fix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7C2BF-976D-45D6-B8CD-3A84D48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TESTS IMMUTABLE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21F33-B63B-45A4-9B6A-5D9C3ED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A019B-9B69-4FE4-BE95-36E1AD30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7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36640-FBC6-4433-9F8F-61A1CEA0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Pass after fix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94B99-4202-45A8-8762-297E4FD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5 / 5 GREEN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22AAF-691A-4FC0-BAD6-D5F85E64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77763-FB45-46A6-BE7E-443EF2D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7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ACE90-E88F-4321-A5F4-2CC3BBD5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Micro-mutation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2F523-5F8C-4C08-8CED-0BF6C539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767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1 / 1 KILLED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499EB-961B-4A43-A2FF-F2DD30E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5B939-C31F-4B73-BCA8-FF12CF60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7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28014-C020-4F4B-BDF8-1EC6929F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Blast radius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6DD88-9206-4996-9B74-5E2BBE2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5C727-C9D5-4C40-910D-48858818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6576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4"/>
          </a:solidFill>
          <a:ln xmlns:a="http://schemas.openxmlformats.org/drawingml/2006/main" w="9525">
            <a:solidFill>
              <a:srgbClr val="BFE4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FDDC0-854E-4802-9FC5-9CD33D6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718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659C3-EBA4-498C-8531-621047E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objective 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28338E-8D99-4E19-9A9E-2E51091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52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Same evidence test</a:t>
            </a:r>
          </a:p>
          <a:p xmlns:a="http://schemas.openxmlformats.org/drawingml/2006/main">
            <a:pPr algn="l">
              <a:def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never touched by fixer.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A4B44-8DB9-42BB-9ED2-FDAE183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Artifact: issue comment + draft PR body + raw logs</a:t>
            </a:r>
          </a:p>
        </p:txBody>
      </p:sp>
    </p:spTree>
    <p:extLst>
      <p:ext uri="{BB962C8B-B14F-4D97-AF65-F5344CB8AC3E}">
        <p14:creationId xmlns:p14="http://schemas.microsoft.com/office/powerpoint/2010/main" val="174786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135C8-6BF1-4C9D-B1DD-2E9830C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REPROVE · VERIFICATION-FIRST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20209-CABE-4D5F-A7DD-A87B2F1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DA39F-EF7B-4D0C-908E-EE75DFA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38E2D-A690-4AD1-B28E-B3406BE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The standout moment is a refusal.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2ADDA-40CF-4A33-A56B-0282B78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51054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BAB16-505A-4006-8DC3-382F2AC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76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67"/>
          </a:solidFill>
          <a:ln xmlns:a="http://schemas.openxmlformats.org/drawingml/2006/main" w="9525">
            <a:solidFill>
              <a:srgbClr val="D94B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A1074-0426-405F-9663-C62CF320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Cheating 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11F6-D74C-441E-B0E0-FB83453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47053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A planted patch deletes an assertion. Reprove blocks it before apply—path guard plus diff linter.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5CD25-1339-4FAD-B685-ACC1444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B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59402-BBCA-453D-87EE-8D341F50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B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4B67"/>
                </a:solidFill>
                <a:latin typeface="Helvetica Neue"/>
                <a:ea typeface="Helvetica Neue"/>
                <a:cs typeface="Helvetica Neue"/>
              </a:rPr>
              <a:t>REJECTED BEFORE 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E676B-12D9-4496-BF93-83CBAD90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1054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9ADFB-6C07-4868-9ACD-79A392D0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452A9-366F-4EC2-B318-B87158FE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Silent upgrade break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ABB4B-A782-4B25-A519-270B92A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47053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A v1 behavior canary passes five times, then flips red after a v2 default changes. Existing build stays structurally valid.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CF383-8DCC-4178-B249-AF6A54C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B6F79-006C-445C-AE5B-0DFE066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62425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0B981"/>
                </a:solidFill>
                <a:latin typeface="Helvetica Neue"/>
                <a:ea typeface="Helvetica Neue"/>
                <a:cs typeface="Helvetica Neue"/>
              </a:rPr>
              <a:t>CANARY FLIPPED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63D9E-C542-473F-A11A-DA649899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Every other agent optimizes for change shipped. Reprove optimizes for claims proven.</a:t>
            </a:r>
          </a:p>
        </p:txBody>
      </p:sp>
    </p:spTree>
    <p:extLst>
      <p:ext uri="{BB962C8B-B14F-4D97-AF65-F5344CB8AC3E}">
        <p14:creationId xmlns:p14="http://schemas.microsoft.com/office/powerpoint/2010/main" val="6800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2FD95-7101-41F7-BBB8-FD7D4F0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EVALUATION &amp;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CBE41-8FF9-4531-A94E-F435C183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A5843-2016-467B-A1D6-A72CACF8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C71AF-B5C6-46BB-9DF4-A90FD165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Make trust measurable—and make limits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1F931-188A-4165-8381-1B98AE3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Gold-patch scoring: evidence must fail on the buggy commit and pass after the known real fix.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04C3-3A92-4E07-82EC-84193A7E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523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9E385-596B-4463-93CF-9CE1752B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9525">
            <a:solidFill>
              <a:srgbClr val="8CB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A6274-1BAB-4F43-AC7D-06AF074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Reproduce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386D9-D08B-4C97-8820-59DB80F8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Did at least one test fail on the buggy commit?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58934-E0A5-4515-9B38-1D8A3D03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23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49C1-E542-43B2-BAFB-953D66C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9525">
            <a:solidFill>
              <a:srgbClr val="8CB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05F50-E6CB-4A9D-8FC2-AF17E7C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Validity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86FA8-D5E2-46A2-B6B5-A9020BD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Did reproduced evidence pass under the gold patch?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FB426-21FC-4A69-BEC1-46A49D7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23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11330-76C5-4F1E-A4B4-FB7F1D71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4FF"/>
          </a:solidFill>
          <a:ln xmlns:a="http://schemas.openxmlformats.org/drawingml/2006/main" w="9525">
            <a:solidFill>
              <a:srgbClr val="8CB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CD1E4-FA61-4AA6-9907-2BA7D426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Determinism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34F80-ABFE-42FD-B073-3DDE2A11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Do five runs agree?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AC578-48AE-4164-BFC0-1996373C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23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BDF41-1E45-49F5-A3AA-76ED6EBA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81"/>
          </a:solidFill>
          <a:ln xmlns:a="http://schemas.openxmlformats.org/drawingml/2006/main" w="9525">
            <a:solidFill>
              <a:srgbClr val="2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CFB54-1B37-4196-9DFA-B79DE66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Mutation survival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FDDEA-6CBD-4C5A-8D2F-4E8A074F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Does evidence kill changed-region mutants?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92DA2-2B34-45BB-8956-522B1D4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B"/>
                </a:solidFill>
                <a:latin typeface="Helvetica Neue"/>
                <a:ea typeface="Helvetica Neue"/>
                <a:cs typeface="Helvetica Neue"/>
              </a:rPr>
              <a:t>Next: CVE fast path · flaky-test repair · independent AI-PR audit · regression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F444F-FFA2-4F42-AC27-AD99CE7B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637C"/>
                </a:solidFill>
                <a:latin typeface="Helvetica Neue"/>
                <a:ea typeface="Helvetica Neue"/>
                <a:cs typeface="Helvetica Neue"/>
              </a:rPr>
              <a:t>Reprove is not a universal build system. It says ENV_UNSUPPORTED instead of pretending.</a:t>
            </a:r>
          </a:p>
        </p:txBody>
      </p:sp>
    </p:spTree>
    <p:extLst>
      <p:ext uri="{BB962C8B-B14F-4D97-AF65-F5344CB8AC3E}">
        <p14:creationId xmlns:p14="http://schemas.microsoft.com/office/powerpoint/2010/main" val="1746242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2026-07-17T05:37:17.2270000Z</dcterms:created>
  <dcterms:modified xsi:type="dcterms:W3CDTF">2026-07-17T05:37:17.2270000Z</dcterms:modified>
</coreProperties>
</file>